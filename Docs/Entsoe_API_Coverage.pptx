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94640"/>
  </p:normalViewPr>
  <p:slideViewPr>
    <p:cSldViewPr snapToGrid="0">
      <p:cViewPr varScale="1">
        <p:scale>
          <a:sx n="116" d="100"/>
          <a:sy n="116" d="100"/>
        </p:scale>
        <p:origin x="6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05EC3-9E92-474A-07A7-89294F8C8D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533C1B-CEBF-3445-4C68-5D19BEA132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8A706-9CD6-5069-2C13-616C168E6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39F1-38BF-0C43-B017-DAAEFB1EF40A}" type="datetimeFigureOut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A99C2-5735-C84A-AD02-84BC73580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7341F-778A-7775-864E-6F3413448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E0CFE-55F8-4F46-B17F-3543E6BA9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067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885B8-9153-22F2-7C36-F66D4AA00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B6D3C-8CCC-91C8-EDFE-7D3731CF9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E952F-8FA2-E684-2E1C-B4C6D105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39F1-38BF-0C43-B017-DAAEFB1EF40A}" type="datetimeFigureOut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E5F0D-9B2B-DF3F-5097-A72978F6E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516EB-E314-9963-5B59-EE5F9B87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E0CFE-55F8-4F46-B17F-3543E6BA9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672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06E8F-9F5A-C241-E6C4-BC0EE37BF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F11D9-D3F7-F060-8E34-AA37F2849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987E9-E19F-EB56-E31F-516C08EA0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39F1-38BF-0C43-B017-DAAEFB1EF40A}" type="datetimeFigureOut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EC7B0-4E4B-6899-3505-CC634EE5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3B427-7BF2-9D25-84DA-4ECABC063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E0CFE-55F8-4F46-B17F-3543E6BA9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876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9EF11-F6D2-B343-F903-C80398916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D1BA6-7C92-D087-1CA1-EBF52EE9E6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3F8F5D-62BB-1631-727F-BFEC99D35B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51D36D-3AAE-7C51-893A-FC127331C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39F1-38BF-0C43-B017-DAAEFB1EF40A}" type="datetimeFigureOut">
              <a:rPr lang="en-US" smtClean="0"/>
              <a:t>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227E9F-0094-9222-7645-3AE09C367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235ACC-6716-456C-29EB-2E8188EF7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E0CFE-55F8-4F46-B17F-3543E6BA9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659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D73D4-125D-E3BE-FDEE-3544290DA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105FC-C041-067A-B40F-F0AD77192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E25E1A-0608-4622-5769-63FD3B445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84EFF0-2C33-677B-A312-7BEC9BD9EE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9B302A-E0F4-4E01-B2DC-B35A30BE37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7A781A-D7B5-CD45-5013-F8AE11121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39F1-38BF-0C43-B017-DAAEFB1EF40A}" type="datetimeFigureOut">
              <a:rPr lang="en-US" smtClean="0"/>
              <a:t>1/20/25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81E91F-3ACD-B44D-EBEF-94544BE82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F2A2F-CDD8-DCCA-3BC9-F75748848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E0CFE-55F8-4F46-B17F-3543E6BA9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175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77E7-2940-F644-6568-5ED07E9A8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8AABB0-6278-2685-DE7A-AF372F322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39F1-38BF-0C43-B017-DAAEFB1EF40A}" type="datetimeFigureOut">
              <a:rPr lang="en-US" smtClean="0"/>
              <a:t>1/20/25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DB87B1-D4E0-C637-7906-E9B729810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281022-2E3D-EE12-40D2-2B45784E6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E0CFE-55F8-4F46-B17F-3543E6BA9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6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08C5C5-190B-744A-5FBC-E0CE5A7E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39F1-38BF-0C43-B017-DAAEFB1EF40A}" type="datetimeFigureOut">
              <a:rPr lang="en-US" smtClean="0"/>
              <a:t>1/20/25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F6CA35-3F49-695C-6719-78E77BE9B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74C8F-F2F3-CE97-D352-D8C818420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E0CFE-55F8-4F46-B17F-3543E6BA9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213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6E896-65D8-B368-A8D5-2B9DB0864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C80EB-08CF-12FD-C9BB-45EEAE306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1EE399-1523-9D91-5A3E-53D2E4150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11B74-805C-4C79-DF1D-E739A0C23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39F1-38BF-0C43-B017-DAAEFB1EF40A}" type="datetimeFigureOut">
              <a:rPr lang="en-US" smtClean="0"/>
              <a:t>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362D5-AC87-81F8-3070-303CF9FBF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E343D-CC6F-756B-C6F9-2F9C8E402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E0CFE-55F8-4F46-B17F-3543E6BA9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091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F3FA-2F94-0526-0EA1-171317EF6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7ECD33-367B-7868-4949-09BEF7E184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365741-7CAC-A575-D167-6524206107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155D8F-2940-20D5-DE4D-1B83FFEDB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39F1-38BF-0C43-B017-DAAEFB1EF40A}" type="datetimeFigureOut">
              <a:rPr lang="en-US" smtClean="0"/>
              <a:t>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15B5A-413C-BA44-157B-119FC525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B3873-7311-A2A8-AEB9-F5643E847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E0CFE-55F8-4F46-B17F-3543E6BA9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15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7E831-3068-40C2-2DE3-BE20778BC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5EE366-D294-33B5-2B4B-7719A90CA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131B1-F08C-3151-DA57-729E7EB62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39F1-38BF-0C43-B017-DAAEFB1EF40A}" type="datetimeFigureOut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7FE04-3EDD-3F08-5567-5A159443F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ADA04-00F6-D1C9-FEE9-BB959867F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E0CFE-55F8-4F46-B17F-3543E6BA9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37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BFE1D-2785-91F4-44C8-1D457B7BF8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C863AD-7721-E652-602B-640C1DDD62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CCC32-8446-9960-5B83-F83E0E4CE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39F1-38BF-0C43-B017-DAAEFB1EF40A}" type="datetimeFigureOut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C9B69-6AFA-BD8C-B074-77C307251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B0878-34EF-362E-75A8-A53F3F8F1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E0CFE-55F8-4F46-B17F-3543E6BA9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959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B1C450-98D5-916F-8DFF-637FFD16B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D55E7B-7177-EE25-3C42-1528597BE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4EF0B-63D7-85E2-CFE5-B1E834A225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A739F1-38BF-0C43-B017-DAAEFB1EF40A}" type="datetimeFigureOut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AEC47-9D0C-CF69-B99D-D4980F3C1D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51B0F-F6FD-4CC8-BE94-0632F763A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3E0CFE-55F8-4F46-B17F-3543E6BA9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272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90F7D-B03D-086B-1A44-68348E7F49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91509"/>
            <a:ext cx="9144000" cy="1059588"/>
          </a:xfrm>
        </p:spPr>
        <p:txBody>
          <a:bodyPr/>
          <a:lstStyle/>
          <a:p>
            <a:r>
              <a:rPr lang="en-US" dirty="0"/>
              <a:t>ENTSO-E API Coverage</a:t>
            </a:r>
          </a:p>
        </p:txBody>
      </p:sp>
    </p:spTree>
    <p:extLst>
      <p:ext uri="{BB962C8B-B14F-4D97-AF65-F5344CB8AC3E}">
        <p14:creationId xmlns:p14="http://schemas.microsoft.com/office/powerpoint/2010/main" val="1256800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BE509-075C-E8EA-0212-0B63DD9CC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7455"/>
            <a:ext cx="10515600" cy="5879508"/>
          </a:xfrm>
        </p:spPr>
        <p:txBody>
          <a:bodyPr>
            <a:normAutofit/>
          </a:bodyPr>
          <a:lstStyle/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query_load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electricity consumption data (MW) for the specified time range of a specific region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client.query_load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country_code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start=start, end=end)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query_load_forecast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Forecasted electricity consumption (MW) for the specified time range.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client.query_load_forecast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country_code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start=start, end=end)</a:t>
            </a:r>
          </a:p>
          <a:p>
            <a:endParaRPr lang="en-US" sz="2000" dirty="0"/>
          </a:p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query_generation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electricity generation data (MW) by generation type (e.g., solar, wind) for the time range.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client.query_generation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country_code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start=start, end=end)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query_generation_forecast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Forecasted electricity generation (MW) for the specified time range.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client.query_generation_forecast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country_code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start=start, end=end)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58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20F78-AD39-8DAC-B53B-8EBA85585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6776"/>
            <a:ext cx="10515600" cy="5670187"/>
          </a:xfrm>
        </p:spPr>
        <p:txBody>
          <a:bodyPr>
            <a:normAutofit lnSpcReduction="10000"/>
          </a:bodyPr>
          <a:lstStyle/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query_wind_and_solar_forecast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Forecasted wind (onshore/offshore) and solar generation data.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client.query_wind_and_solar_forecast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country_code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start=start, end=end)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query_generation_import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Electricity imported into the specified country (MW) for the specified time range.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ent.query_generation_import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country_code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start=start, end=end)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query_crossborder_flow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Imports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cross-border electricity flows (imports) of the specified country to country. (per hour)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client.query_crossborder_flows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country_code_from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country_code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start=start, end=end)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Exports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cross-border electricity flows (exports) of the specified country to country. (per hour)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client.query_crossborder_flows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country_code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country_code_from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start=start, end=end)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762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C961D-91E7-9529-B318-50077D3DD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287"/>
            <a:ext cx="10515600" cy="6323682"/>
          </a:xfrm>
        </p:spPr>
        <p:txBody>
          <a:bodyPr/>
          <a:lstStyle/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query_physical_crossborder_allborders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Exports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cross-border electricity flows (exports) for all borders of the specified country.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client.query_physical_crossborder_allborders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country_code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start, end, export=True)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Imports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cross-border electricity flows (imports) for all borders of the specified country.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client.query_physical_crossborder_allborders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country_code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start, end, export=False)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query_scheduled_exchanges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Day-Ahead Prices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Retrieves the scheduled cross-border electricity exchanges between two regions for the specified time range, based on day-ahead market agreements.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client.query_scheduled_exchanges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country_code_from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country_code_to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start=start, end=end,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dayahead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Intra-Day Prices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retrieves the scheduled cross-border electricity exchanges between two regions based on intra-day market agreements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client.query_scheduled_exchanges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country_code_from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country_code_to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start=start, end=end,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dayahead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=False)</a:t>
            </a:r>
          </a:p>
          <a:p>
            <a:pPr marL="0" indent="0"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053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23D6D-B7EE-97E1-BA3D-96FA9635A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2708"/>
            <a:ext cx="10515600" cy="5714255"/>
          </a:xfrm>
        </p:spPr>
        <p:txBody>
          <a:bodyPr/>
          <a:lstStyle/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query_day_ahead_prices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Day-ahead electricity market prices (€/MWh) for the specified time range.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client.query_day_ahead_prices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country_code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start=start, end=end)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query_generation_per_plant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Electricity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generation data (MW) per plant for the specified time range.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client.query_generation_per_plant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country_code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start=start, end=end,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psr_type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=None,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include_eic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=False)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308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663</Words>
  <Application>Microsoft Macintosh PowerPoint</Application>
  <PresentationFormat>Widescreen</PresentationFormat>
  <Paragraphs>58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Times New Roman</vt:lpstr>
      <vt:lpstr>Office Theme</vt:lpstr>
      <vt:lpstr>ENTSO-E API Coverage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Puri, Gurmeher Singh</dc:creator>
  <cp:lastModifiedBy>Puri, Gurmeher Singh</cp:lastModifiedBy>
  <cp:revision>1</cp:revision>
  <dcterms:created xsi:type="dcterms:W3CDTF">2025-01-20T15:55:39Z</dcterms:created>
  <dcterms:modified xsi:type="dcterms:W3CDTF">2025-01-20T16:27:21Z</dcterms:modified>
</cp:coreProperties>
</file>